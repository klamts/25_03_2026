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89AF-320D-4350-BACE-CD0EF27D0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5CD4C-64F1-4127-803D-614B3B014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A2F95-CB70-4CD4-9270-01B02BE16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2F3F-3262-4F59-A464-4EE82770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00AD6-21A4-453B-8270-B50BDBEB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7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9B3E-BD3A-4E04-B626-5E8D0A6F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08484-7839-4DEB-8551-02C9DC120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6CBA-B637-49DB-A91E-E73F0BF5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E896C-921B-4AA7-9E5C-AAFAA836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CBB11-9B76-4101-BDAD-EF1AA264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2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5AC6-6535-4674-8EC5-D8554A589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E5E53-16D2-4405-8E19-99BF9141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40D9F-45C7-4683-92F6-B65284D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3FCEC-4F31-4F28-87BE-A9683A99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A9BC-CBE7-401C-963E-CE7F6080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5780-6B6D-4C7A-8288-BB9DA200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6EF50-6F24-4492-9AEF-0AE9AD13A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951DD-6C53-49FA-A3CC-1A64FB57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0D7BE-248E-4861-A46A-71A1FE8F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6BCBD-E109-43CF-8C4A-5404D42F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720CD-9A7B-4B62-847B-0F87F1BF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9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1C85-BCA7-418E-ACBD-0048DE37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6F94-32D8-412C-BC38-48A82B515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1195B-0AFB-43ED-ABF0-5B6F1EC0F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7FDC0-6EC7-4E7E-90A5-801EB06BC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FCC2E-7F9A-4942-B05B-D165BFFA1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34002-2489-4FD0-AB96-BDA24C4A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D2784-493B-4F4F-BE0F-801CCF0D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78D87-A5B9-4D6A-92E6-B67B5365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9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23BA-3044-4869-86E7-001B669F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DE0FE-5521-47F0-BAA1-07D872FE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27BA3-902C-4E6B-9CE3-003CE32A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3B787-A433-4DB5-90A6-8E0AE342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8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BFE16-62DE-4FC2-B4DD-9EEB4B00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6748F9-19C0-4BD8-ABFC-737A5D39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575F6-4CB4-4C0A-A174-561711247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3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3E14-9DC2-4411-A974-4F96DBF0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186A7-07F7-4DDE-9FE2-67E901C2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6B7A4-3273-419B-A7F0-7D90FD613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013B9-4E48-4B5E-9570-6397CD75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94F16-3F4C-4FB4-AEA0-CF41B70E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63813-0BC9-43BA-B27A-571EBE526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F284-E4EB-4352-90D5-812E2EA8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FFE86-E0C0-46D2-A863-695AB84A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DDC42-6495-492E-9185-19716BE23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EC27C-684C-463D-A5C1-5EDE93E1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174FD-816C-4764-A8D5-B3CBC1B2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73269-45EF-41C1-808A-EDF97071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0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AC0D-D5C6-4007-9976-B9366455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FC691-1E9F-4FC1-991B-BE49B7F07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FB08C-9DCB-4195-ADD5-7C22D959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16F60-2274-454F-95BE-B18CDEB8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53691-ED5C-4A6C-96C4-DAF7E20A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A5029-A9CC-4B04-9D95-810912A64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0C0C4-6BCB-40AC-80A7-66B2F20F0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456CF-478B-4027-88C5-B27B02161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74D9C-DD7B-426F-A539-49DFC9D3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29431-4184-4E95-A588-C66E8817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4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254FE-51D2-4707-BD92-E5E34B6A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DCB91-34BB-4A82-80EF-8BD925E65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55670-11A5-434A-B8CE-BCB2790B0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BA5A0-CF0A-4E72-9534-F18B275A160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29058-1A06-465A-A7F0-D150181F2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93B55-ECE4-4A36-A9B1-5B323FF08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9B641-62D6-44A1-B44F-4BD6648DD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9E67-0CA4-4619-909E-44D92D1A4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3B3C5-45B0-41A0-85CA-42F1C49CE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njury bruised knee Stock Photo - Alamy">
            <a:extLst>
              <a:ext uri="{FF2B5EF4-FFF2-40B4-BE49-F238E27FC236}">
                <a16:creationId xmlns:a16="http://schemas.microsoft.com/office/drawing/2014/main" id="{1227A275-DB28-42EE-A950-998B074ED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68" y="687388"/>
            <a:ext cx="38862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91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kkquoc 2010</dc:creator>
  <cp:lastModifiedBy>kkquoc 2010</cp:lastModifiedBy>
  <cp:revision>1</cp:revision>
  <dcterms:created xsi:type="dcterms:W3CDTF">2026-03-26T07:06:24Z</dcterms:created>
  <dcterms:modified xsi:type="dcterms:W3CDTF">2026-03-26T07:06:41Z</dcterms:modified>
</cp:coreProperties>
</file>